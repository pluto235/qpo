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4ff139aff94f62" /><Relationship Type="http://schemas.openxmlformats.org/officeDocument/2006/relationships/extended-properties" Target="/docProps/app.xml" Id="Rb7b02906d5544d19" /><Relationship Type="http://schemas.openxmlformats.org/officeDocument/2006/relationships/officeDocument" Target="/ppt/presentation.xml" Id="Ref23697f2f9b4e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1818fd37dd466d"/>
  </p:sldMasterIdLst>
  <p:notesMasterIdLst>
    <p:notesMasterId xmlns:r="http://schemas.openxmlformats.org/officeDocument/2006/relationships" r:id="Rd5a4c0d906f548a7"/>
  </p:notesMasterIdLst>
  <p:sldIdLst>
    <p:sldId xmlns:r="http://schemas.openxmlformats.org/officeDocument/2006/relationships" id="256" r:id="R31ad34c01697494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a034463a1448a6" /><Relationship Type="http://schemas.openxmlformats.org/officeDocument/2006/relationships/slideMaster" Target="/ppt/slideMasters/slideMaster1.xml" Id="Rb11818fd37dd466d" /><Relationship Type="http://schemas.openxmlformats.org/officeDocument/2006/relationships/notesMaster" Target="/ppt/notesMasters/notesMaster1.xml" Id="Rd5a4c0d906f548a7" /><Relationship Type="http://schemas.openxmlformats.org/officeDocument/2006/relationships/presProps" Target="/ppt/presProps.xml" Id="Rbb45925b9e894f26" /><Relationship Type="http://schemas.openxmlformats.org/officeDocument/2006/relationships/viewProps" Target="/ppt/viewProps.xml" Id="Rb6908e22d2c34c97" /><Relationship Type="http://schemas.openxmlformats.org/officeDocument/2006/relationships/tableStyles" Target="/ppt/tableStyles.xml" Id="R110c7c1df3c141f8" /><Relationship Type="http://schemas.openxmlformats.org/officeDocument/2006/relationships/slide" Target="/ppt/slides/slide1.xml" Id="R31ad34c0169749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2d743faade4f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17874effdf43cf" /><Relationship Type="http://schemas.openxmlformats.org/officeDocument/2006/relationships/notesMaster" Target="/ppt/notesMasters/notesMaster1.xml" Id="R4ee3a31f05174b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cee08150745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7e90b181404990" /><Relationship Type="http://schemas.openxmlformats.org/officeDocument/2006/relationships/slideLayout" Target="/ppt/slideLayouts/slideLayout1.xml" Id="R018fc14d583644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8fc14d583644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047a638c14deb" /><Relationship Type="http://schemas.openxmlformats.org/officeDocument/2006/relationships/notesSlide" Target="/ppt/notesSlides/notesSlide1.xml" Id="Rf6b3737fb26c432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E8D68B-E09D-4265-9D65-7A764D32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73FD0-C623-4579-BD6A-C71B126D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Cover Letter for Nature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B65F0-C121-4E45-8FBC-9B57F38D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668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Manuscript title: Evidence for transient very-high-energy quasi-periodic activity in Markarian 421 from LHAASO-WCDA monitoring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Dear Editors,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We are pleased to submit this manuscript for consideration in Nature. The paper uses LHAASO-WCDA monitoring to search for quasi-periodic variability in the TeV blazar Markarian 421, with comparison to Markarian 501, Fermi-LAT gamma-ray light curves, and multiwavelength timing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We believe the manuscript deserves peer review for three reasons: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1. Important new direction: Most blazar QPO candidates have been studied in Fermi-LAT, optical, or radio data. This paper tests the QPO problem in the TeV regime, where the emission traces the highest-energy particles in the jet.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2. Useful method: The work uses a reproducible pipeline combining CWT, WWZ, red-noise surrogate tests, comparison-source checks, and multiwavelength alignment. This makes the result easier to verify and extend.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3. Broad interest and citation value: The topic connects relativistic jets, black-hole accretion, particle acceleration, time-series statistics, and future LHAASO/CTA/Fermi-LAT monitoring studies.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For these reasons, we would be grateful if you would send the manuscript for peer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Sincerely,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[Your Name]</a:t>
            </a:r>
          </a:p>
        </p:txBody>
      </p:sp>
    </p:spTree>
    <p:extLst>
      <p:ext uri="{BB962C8B-B14F-4D97-AF65-F5344CB8AC3E}">
        <p14:creationId xmlns:p14="http://schemas.microsoft.com/office/powerpoint/2010/main" val="627885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2026-06-02T02:20:10.5350000Z</dcterms:created>
  <dcterms:modified xsi:type="dcterms:W3CDTF">2026-06-02T02:20:10.5350000Z</dcterms:modified>
</coreProperties>
</file>